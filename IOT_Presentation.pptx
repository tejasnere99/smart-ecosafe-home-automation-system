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FD3A-105E-4D5A-9A7C-4EAF333550C8}" v="9" dt="2026-05-07T16:45:12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Nere" userId="c04aa0e4174eb298" providerId="LiveId" clId="{5E314D5C-49D1-40DC-929E-1A3861313CAC}"/>
    <pc:docChg chg="undo redo custSel delSld modSld">
      <pc:chgData name="Tejas Nere" userId="c04aa0e4174eb298" providerId="LiveId" clId="{5E314D5C-49D1-40DC-929E-1A3861313CAC}" dt="2026-05-07T16:45:46.545" v="133" actId="1440"/>
      <pc:docMkLst>
        <pc:docMk/>
      </pc:docMkLst>
      <pc:sldChg chg="modSp mod">
        <pc:chgData name="Tejas Nere" userId="c04aa0e4174eb298" providerId="LiveId" clId="{5E314D5C-49D1-40DC-929E-1A3861313CAC}" dt="2026-05-07T16:31:34.170" v="1" actId="1036"/>
        <pc:sldMkLst>
          <pc:docMk/>
          <pc:sldMk cId="0" sldId="257"/>
        </pc:sldMkLst>
        <pc:picChg chg="mod">
          <ac:chgData name="Tejas Nere" userId="c04aa0e4174eb298" providerId="LiveId" clId="{5E314D5C-49D1-40DC-929E-1A3861313CAC}" dt="2026-05-07T16:31:34.170" v="1" actId="1036"/>
          <ac:picMkLst>
            <pc:docMk/>
            <pc:sldMk cId="0" sldId="257"/>
            <ac:picMk id="2" creationId="{00000000-0000-0000-0000-000000000000}"/>
          </ac:picMkLst>
        </pc:picChg>
      </pc:sldChg>
      <pc:sldChg chg="delSp del mod">
        <pc:chgData name="Tejas Nere" userId="c04aa0e4174eb298" providerId="LiveId" clId="{5E314D5C-49D1-40DC-929E-1A3861313CAC}" dt="2026-05-07T16:31:42.845" v="3" actId="47"/>
        <pc:sldMkLst>
          <pc:docMk/>
          <pc:sldMk cId="0" sldId="258"/>
        </pc:sldMkLst>
        <pc:spChg chg="del">
          <ac:chgData name="Tejas Nere" userId="c04aa0e4174eb298" providerId="LiveId" clId="{5E314D5C-49D1-40DC-929E-1A3861313CAC}" dt="2026-05-07T16:31:38.771" v="2" actId="478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Tejas Nere" userId="c04aa0e4174eb298" providerId="LiveId" clId="{5E314D5C-49D1-40DC-929E-1A3861313CAC}" dt="2026-05-07T16:38:01.897" v="59" actId="1440"/>
        <pc:sldMkLst>
          <pc:docMk/>
          <pc:sldMk cId="0" sldId="260"/>
        </pc:sldMkLst>
        <pc:spChg chg="del">
          <ac:chgData name="Tejas Nere" userId="c04aa0e4174eb298" providerId="LiveId" clId="{5E314D5C-49D1-40DC-929E-1A3861313CAC}" dt="2026-05-07T16:33:29.319" v="8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3:29.319" v="8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3:29.319" v="8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3:29.319" v="8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3:29.319" v="8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Tejas Nere" userId="c04aa0e4174eb298" providerId="LiveId" clId="{5E314D5C-49D1-40DC-929E-1A3861313CAC}" dt="2026-05-07T16:32:16.395" v="5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2:16.395" v="5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2:16.395" v="5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2:16.395" v="5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2:16.395" v="5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Tejas Nere" userId="c04aa0e4174eb298" providerId="LiveId" clId="{5E314D5C-49D1-40DC-929E-1A3861313CAC}" dt="2026-05-07T16:32:16.395" v="5" actId="478"/>
          <ac:spMkLst>
            <pc:docMk/>
            <pc:sldMk cId="0" sldId="260"/>
            <ac:spMk id="15" creationId="{00000000-0000-0000-0000-000000000000}"/>
          </ac:spMkLst>
        </pc:spChg>
        <pc:spChg chg="add mod">
          <ac:chgData name="Tejas Nere" userId="c04aa0e4174eb298" providerId="LiveId" clId="{5E314D5C-49D1-40DC-929E-1A3861313CAC}" dt="2026-05-07T16:34:14.791" v="17" actId="1076"/>
          <ac:spMkLst>
            <pc:docMk/>
            <pc:sldMk cId="0" sldId="260"/>
            <ac:spMk id="16" creationId="{5E05C749-0D42-9CDF-8F8E-04CB4670EC5C}"/>
          </ac:spMkLst>
        </pc:spChg>
        <pc:spChg chg="add mod">
          <ac:chgData name="Tejas Nere" userId="c04aa0e4174eb298" providerId="LiveId" clId="{5E314D5C-49D1-40DC-929E-1A3861313CAC}" dt="2026-05-07T16:34:14.791" v="17" actId="1076"/>
          <ac:spMkLst>
            <pc:docMk/>
            <pc:sldMk cId="0" sldId="260"/>
            <ac:spMk id="17" creationId="{E13B96CA-91FE-D196-3E61-9B7E9BBB3B43}"/>
          </ac:spMkLst>
        </pc:spChg>
        <pc:spChg chg="add mod">
          <ac:chgData name="Tejas Nere" userId="c04aa0e4174eb298" providerId="LiveId" clId="{5E314D5C-49D1-40DC-929E-1A3861313CAC}" dt="2026-05-07T16:34:14.791" v="17" actId="1076"/>
          <ac:spMkLst>
            <pc:docMk/>
            <pc:sldMk cId="0" sldId="260"/>
            <ac:spMk id="18" creationId="{0BCB55E1-8D75-0344-834E-BE92EA087D9F}"/>
          </ac:spMkLst>
        </pc:spChg>
        <pc:spChg chg="add mod">
          <ac:chgData name="Tejas Nere" userId="c04aa0e4174eb298" providerId="LiveId" clId="{5E314D5C-49D1-40DC-929E-1A3861313CAC}" dt="2026-05-07T16:34:14.791" v="17" actId="1076"/>
          <ac:spMkLst>
            <pc:docMk/>
            <pc:sldMk cId="0" sldId="260"/>
            <ac:spMk id="19" creationId="{507898AA-9A1C-EC79-CA38-F509DB78572F}"/>
          </ac:spMkLst>
        </pc:spChg>
        <pc:spChg chg="add mod">
          <ac:chgData name="Tejas Nere" userId="c04aa0e4174eb298" providerId="LiveId" clId="{5E314D5C-49D1-40DC-929E-1A3861313CAC}" dt="2026-05-07T16:34:14.791" v="17" actId="1076"/>
          <ac:spMkLst>
            <pc:docMk/>
            <pc:sldMk cId="0" sldId="260"/>
            <ac:spMk id="20" creationId="{9122E53C-8532-CC72-D3D8-86118DEE509F}"/>
          </ac:spMkLst>
        </pc:spChg>
        <pc:spChg chg="add mod">
          <ac:chgData name="Tejas Nere" userId="c04aa0e4174eb298" providerId="LiveId" clId="{5E314D5C-49D1-40DC-929E-1A3861313CAC}" dt="2026-05-07T16:34:14.791" v="17" actId="1076"/>
          <ac:spMkLst>
            <pc:docMk/>
            <pc:sldMk cId="0" sldId="260"/>
            <ac:spMk id="21" creationId="{732B4C53-D1C6-F343-4E78-95B4B0215F8F}"/>
          </ac:spMkLst>
        </pc:spChg>
        <pc:spChg chg="add mod">
          <ac:chgData name="Tejas Nere" userId="c04aa0e4174eb298" providerId="LiveId" clId="{5E314D5C-49D1-40DC-929E-1A3861313CAC}" dt="2026-05-07T16:33:30.687" v="9"/>
          <ac:spMkLst>
            <pc:docMk/>
            <pc:sldMk cId="0" sldId="260"/>
            <ac:spMk id="22" creationId="{EA9BFE39-FBDD-BFF5-298A-45D9337D92E6}"/>
          </ac:spMkLst>
        </pc:spChg>
        <pc:spChg chg="add mod">
          <ac:chgData name="Tejas Nere" userId="c04aa0e4174eb298" providerId="LiveId" clId="{5E314D5C-49D1-40DC-929E-1A3861313CAC}" dt="2026-05-07T16:33:30.687" v="9"/>
          <ac:spMkLst>
            <pc:docMk/>
            <pc:sldMk cId="0" sldId="260"/>
            <ac:spMk id="23" creationId="{EBD6CE27-9FC6-B42F-DF41-E8E87E8CEA69}"/>
          </ac:spMkLst>
        </pc:spChg>
        <pc:spChg chg="add mod">
          <ac:chgData name="Tejas Nere" userId="c04aa0e4174eb298" providerId="LiveId" clId="{5E314D5C-49D1-40DC-929E-1A3861313CAC}" dt="2026-05-07T16:33:30.687" v="9"/>
          <ac:spMkLst>
            <pc:docMk/>
            <pc:sldMk cId="0" sldId="260"/>
            <ac:spMk id="24" creationId="{CFC4D913-507B-3211-BA33-B58FDA6C4272}"/>
          </ac:spMkLst>
        </pc:spChg>
        <pc:spChg chg="add mod">
          <ac:chgData name="Tejas Nere" userId="c04aa0e4174eb298" providerId="LiveId" clId="{5E314D5C-49D1-40DC-929E-1A3861313CAC}" dt="2026-05-07T16:33:30.687" v="9"/>
          <ac:spMkLst>
            <pc:docMk/>
            <pc:sldMk cId="0" sldId="260"/>
            <ac:spMk id="25" creationId="{F772F868-4A42-9B89-99DF-01003C21A2B1}"/>
          </ac:spMkLst>
        </pc:spChg>
        <pc:spChg chg="add mod">
          <ac:chgData name="Tejas Nere" userId="c04aa0e4174eb298" providerId="LiveId" clId="{5E314D5C-49D1-40DC-929E-1A3861313CAC}" dt="2026-05-07T16:33:30.687" v="9"/>
          <ac:spMkLst>
            <pc:docMk/>
            <pc:sldMk cId="0" sldId="260"/>
            <ac:spMk id="26" creationId="{30D30C2C-EDC5-A8ED-C9EB-C08F55C05B39}"/>
          </ac:spMkLst>
        </pc:spChg>
        <pc:spChg chg="add mod">
          <ac:chgData name="Tejas Nere" userId="c04aa0e4174eb298" providerId="LiveId" clId="{5E314D5C-49D1-40DC-929E-1A3861313CAC}" dt="2026-05-07T16:33:47.579" v="11" actId="1076"/>
          <ac:spMkLst>
            <pc:docMk/>
            <pc:sldMk cId="0" sldId="260"/>
            <ac:spMk id="27" creationId="{46A5FDF5-6218-91C5-D0B8-6893FD5A9A0A}"/>
          </ac:spMkLst>
        </pc:spChg>
        <pc:spChg chg="add mod">
          <ac:chgData name="Tejas Nere" userId="c04aa0e4174eb298" providerId="LiveId" clId="{5E314D5C-49D1-40DC-929E-1A3861313CAC}" dt="2026-05-07T16:33:47.579" v="11" actId="1076"/>
          <ac:spMkLst>
            <pc:docMk/>
            <pc:sldMk cId="0" sldId="260"/>
            <ac:spMk id="28" creationId="{05458A3D-4ACC-66EB-576E-F4E21F096D3A}"/>
          </ac:spMkLst>
        </pc:spChg>
        <pc:spChg chg="add mod">
          <ac:chgData name="Tejas Nere" userId="c04aa0e4174eb298" providerId="LiveId" clId="{5E314D5C-49D1-40DC-929E-1A3861313CAC}" dt="2026-05-07T16:33:47.579" v="11" actId="1076"/>
          <ac:spMkLst>
            <pc:docMk/>
            <pc:sldMk cId="0" sldId="260"/>
            <ac:spMk id="29" creationId="{D59CB52B-572C-0ED2-06A6-0318EAE4C052}"/>
          </ac:spMkLst>
        </pc:spChg>
        <pc:spChg chg="add mod">
          <ac:chgData name="Tejas Nere" userId="c04aa0e4174eb298" providerId="LiveId" clId="{5E314D5C-49D1-40DC-929E-1A3861313CAC}" dt="2026-05-07T16:33:47.579" v="11" actId="1076"/>
          <ac:spMkLst>
            <pc:docMk/>
            <pc:sldMk cId="0" sldId="260"/>
            <ac:spMk id="30" creationId="{17CAAD27-D62F-8F27-98F7-1DD700066055}"/>
          </ac:spMkLst>
        </pc:spChg>
        <pc:spChg chg="add mod">
          <ac:chgData name="Tejas Nere" userId="c04aa0e4174eb298" providerId="LiveId" clId="{5E314D5C-49D1-40DC-929E-1A3861313CAC}" dt="2026-05-07T16:33:47.579" v="11" actId="1076"/>
          <ac:spMkLst>
            <pc:docMk/>
            <pc:sldMk cId="0" sldId="260"/>
            <ac:spMk id="31" creationId="{BD55A9CA-9172-94F8-C0FF-00169A2231AF}"/>
          </ac:spMkLst>
        </pc:spChg>
        <pc:picChg chg="add del mod modCrop">
          <ac:chgData name="Tejas Nere" userId="c04aa0e4174eb298" providerId="LiveId" clId="{5E314D5C-49D1-40DC-929E-1A3861313CAC}" dt="2026-05-07T16:37:11.426" v="48" actId="478"/>
          <ac:picMkLst>
            <pc:docMk/>
            <pc:sldMk cId="0" sldId="260"/>
            <ac:picMk id="33" creationId="{EE10A384-385B-3749-5B3A-5E1271A21863}"/>
          </ac:picMkLst>
        </pc:picChg>
        <pc:picChg chg="add mod modCrop">
          <ac:chgData name="Tejas Nere" userId="c04aa0e4174eb298" providerId="LiveId" clId="{5E314D5C-49D1-40DC-929E-1A3861313CAC}" dt="2026-05-07T16:38:01.897" v="59" actId="1440"/>
          <ac:picMkLst>
            <pc:docMk/>
            <pc:sldMk cId="0" sldId="260"/>
            <ac:picMk id="34" creationId="{81BB567E-0379-A76E-E897-FA27000DDC9C}"/>
          </ac:picMkLst>
        </pc:picChg>
      </pc:sldChg>
      <pc:sldChg chg="addSp delSp modSp mod">
        <pc:chgData name="Tejas Nere" userId="c04aa0e4174eb298" providerId="LiveId" clId="{5E314D5C-49D1-40DC-929E-1A3861313CAC}" dt="2026-05-07T16:37:07.472" v="47" actId="1440"/>
        <pc:sldMkLst>
          <pc:docMk/>
          <pc:sldMk cId="0" sldId="261"/>
        </pc:sldMkLst>
        <pc:spChg chg="mod">
          <ac:chgData name="Tejas Nere" userId="c04aa0e4174eb298" providerId="LiveId" clId="{5E314D5C-49D1-40DC-929E-1A3861313CAC}" dt="2026-05-07T16:35:43.344" v="28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5:39.642" v="2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5:39.642" v="2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5:39.642" v="27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5:39.642" v="2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5:39.642" v="27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6:10.828" v="34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6:10.828" v="34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6:10.828" v="34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6:10.828" v="34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6:10.828" v="34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6:10.828" v="34" actId="1076"/>
          <ac:spMkLst>
            <pc:docMk/>
            <pc:sldMk cId="0" sldId="261"/>
            <ac:spMk id="15" creationId="{00000000-0000-0000-0000-000000000000}"/>
          </ac:spMkLst>
        </pc:spChg>
        <pc:picChg chg="add del mod">
          <ac:chgData name="Tejas Nere" userId="c04aa0e4174eb298" providerId="LiveId" clId="{5E314D5C-49D1-40DC-929E-1A3861313CAC}" dt="2026-05-07T16:36:38.664" v="41" actId="478"/>
          <ac:picMkLst>
            <pc:docMk/>
            <pc:sldMk cId="0" sldId="261"/>
            <ac:picMk id="17" creationId="{1422DC06-E207-23E8-FE9F-75EEB972476D}"/>
          </ac:picMkLst>
        </pc:picChg>
        <pc:picChg chg="add mod">
          <ac:chgData name="Tejas Nere" userId="c04aa0e4174eb298" providerId="LiveId" clId="{5E314D5C-49D1-40DC-929E-1A3861313CAC}" dt="2026-05-07T16:37:07.472" v="47" actId="1440"/>
          <ac:picMkLst>
            <pc:docMk/>
            <pc:sldMk cId="0" sldId="261"/>
            <ac:picMk id="18" creationId="{4B8435FD-2E96-84D5-DFCE-817DC10E56D6}"/>
          </ac:picMkLst>
        </pc:picChg>
      </pc:sldChg>
      <pc:sldChg chg="addSp modSp mod">
        <pc:chgData name="Tejas Nere" userId="c04aa0e4174eb298" providerId="LiveId" clId="{5E314D5C-49D1-40DC-929E-1A3861313CAC}" dt="2026-05-07T16:43:09.218" v="110" actId="1036"/>
        <pc:sldMkLst>
          <pc:docMk/>
          <pc:sldMk cId="0" sldId="262"/>
        </pc:sldMkLst>
        <pc:spChg chg="mod">
          <ac:chgData name="Tejas Nere" userId="c04aa0e4174eb298" providerId="LiveId" clId="{5E314D5C-49D1-40DC-929E-1A3861313CAC}" dt="2026-05-07T16:42:33.693" v="10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9:21.998" v="67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8:44.442" v="6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8:44.442" v="6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8:44.442" v="6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8:44.442" v="6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8:44.442" v="6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Tejas Nere" userId="c04aa0e4174eb298" providerId="LiveId" clId="{5E314D5C-49D1-40DC-929E-1A3861313CAC}" dt="2026-05-07T16:38:55.490" v="6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2:44.678" v="106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0:19.294" v="77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0:19.294" v="77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0:19.294" v="77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0:19.294" v="77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0:19.294" v="77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0:27.620" v="78" actId="1076"/>
          <ac:spMkLst>
            <pc:docMk/>
            <pc:sldMk cId="0" sldId="262"/>
            <ac:spMk id="17" creationId="{00000000-0000-0000-0000-000000000000}"/>
          </ac:spMkLst>
        </pc:spChg>
        <pc:picChg chg="mod">
          <ac:chgData name="Tejas Nere" userId="c04aa0e4174eb298" providerId="LiveId" clId="{5E314D5C-49D1-40DC-929E-1A3861313CAC}" dt="2026-05-07T16:43:09.218" v="110" actId="1036"/>
          <ac:picMkLst>
            <pc:docMk/>
            <pc:sldMk cId="0" sldId="262"/>
            <ac:picMk id="2" creationId="{00000000-0000-0000-0000-000000000000}"/>
          </ac:picMkLst>
        </pc:picChg>
        <pc:picChg chg="add mod modCrop">
          <ac:chgData name="Tejas Nere" userId="c04aa0e4174eb298" providerId="LiveId" clId="{5E314D5C-49D1-40DC-929E-1A3861313CAC}" dt="2026-05-07T16:42:56.217" v="109" actId="14100"/>
          <ac:picMkLst>
            <pc:docMk/>
            <pc:sldMk cId="0" sldId="262"/>
            <ac:picMk id="18" creationId="{D1EF5EED-582B-F484-86E6-B23D989AE5DF}"/>
          </ac:picMkLst>
        </pc:picChg>
        <pc:picChg chg="add mod modCrop">
          <ac:chgData name="Tejas Nere" userId="c04aa0e4174eb298" providerId="LiveId" clId="{5E314D5C-49D1-40DC-929E-1A3861313CAC}" dt="2026-05-07T16:42:49.575" v="107" actId="14100"/>
          <ac:picMkLst>
            <pc:docMk/>
            <pc:sldMk cId="0" sldId="262"/>
            <ac:picMk id="19" creationId="{E2D50A50-929A-FC97-486C-2D5782984A3A}"/>
          </ac:picMkLst>
        </pc:picChg>
      </pc:sldChg>
      <pc:sldChg chg="addSp modSp mod">
        <pc:chgData name="Tejas Nere" userId="c04aa0e4174eb298" providerId="LiveId" clId="{5E314D5C-49D1-40DC-929E-1A3861313CAC}" dt="2026-05-07T16:45:46.545" v="133" actId="1440"/>
        <pc:sldMkLst>
          <pc:docMk/>
          <pc:sldMk cId="0" sldId="263"/>
        </pc:sldMkLst>
        <pc:spChg chg="mod">
          <ac:chgData name="Tejas Nere" userId="c04aa0e4174eb298" providerId="LiveId" clId="{5E314D5C-49D1-40DC-929E-1A3861313CAC}" dt="2026-05-07T16:43:54.691" v="115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4:34.318" v="121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4:34.318" v="121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4:34.318" v="121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4:34.318" v="121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4:34.318" v="121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5:09.633" v="123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5:09.633" v="123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5:09.633" v="123" actId="1410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5:09.633" v="123" actId="1410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5:09.633" v="123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ejas Nere" userId="c04aa0e4174eb298" providerId="LiveId" clId="{5E314D5C-49D1-40DC-929E-1A3861313CAC}" dt="2026-05-07T16:45:09.633" v="123" actId="14100"/>
          <ac:spMkLst>
            <pc:docMk/>
            <pc:sldMk cId="0" sldId="263"/>
            <ac:spMk id="15" creationId="{00000000-0000-0000-0000-000000000000}"/>
          </ac:spMkLst>
        </pc:spChg>
        <pc:picChg chg="add mod modCrop">
          <ac:chgData name="Tejas Nere" userId="c04aa0e4174eb298" providerId="LiveId" clId="{5E314D5C-49D1-40DC-929E-1A3861313CAC}" dt="2026-05-07T16:45:46.545" v="133" actId="1440"/>
          <ac:picMkLst>
            <pc:docMk/>
            <pc:sldMk cId="0" sldId="263"/>
            <ac:picMk id="16" creationId="{49FB32D3-D8FB-26E9-03FD-4D9E6862FD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87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0440" y="190265"/>
            <a:ext cx="8023120" cy="120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sz="28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 Eco-Safe Home Automation System </a:t>
            </a:r>
            <a:r>
              <a:rPr lang="en-US" sz="2800" b="1" dirty="0">
                <a:solidFill>
                  <a:srgbClr val="0A3622"/>
                </a:solidFill>
                <a:latin typeface="Playfair Display Bold" pitchFamily="34" charset="0"/>
              </a:rPr>
              <a:t>With Emotional OLED Interface</a:t>
            </a:r>
          </a:p>
          <a:p>
            <a:pPr marL="0" indent="0" algn="l">
              <a:lnSpc>
                <a:spcPct val="88000"/>
              </a:lnSpc>
              <a:buNone/>
            </a:pPr>
            <a:endParaRPr lang="en-US" sz="3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A79AD2-40A1-89EB-824F-14F9F6CF8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827" y="1068031"/>
            <a:ext cx="6024715" cy="40164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AE5AB1-B000-2C4F-3877-1FD905769CA2}"/>
              </a:ext>
            </a:extLst>
          </p:cNvPr>
          <p:cNvSpPr/>
          <p:nvPr/>
        </p:nvSpPr>
        <p:spPr>
          <a:xfrm>
            <a:off x="560440" y="2750574"/>
            <a:ext cx="1319981" cy="132736"/>
          </a:xfrm>
          <a:prstGeom prst="rect">
            <a:avLst/>
          </a:prstGeom>
          <a:solidFill>
            <a:srgbClr val="E8F0EA"/>
          </a:solidFill>
          <a:ln>
            <a:solidFill>
              <a:srgbClr val="E8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6B9501E-6CA5-EC26-84BB-925F796436F9}"/>
              </a:ext>
            </a:extLst>
          </p:cNvPr>
          <p:cNvSpPr/>
          <p:nvPr/>
        </p:nvSpPr>
        <p:spPr>
          <a:xfrm>
            <a:off x="560440" y="2278626"/>
            <a:ext cx="3343275" cy="129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Presented by  </a:t>
            </a:r>
          </a:p>
          <a:p>
            <a:pPr marL="0" indent="0" algn="l">
              <a:buNone/>
            </a:pPr>
            <a:endParaRPr lang="en-US" sz="2400" b="1" dirty="0">
              <a:solidFill>
                <a:srgbClr val="0A3622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Group ID : </a:t>
            </a:r>
            <a:r>
              <a:rPr lang="en-US" sz="2400" b="1" dirty="0">
                <a:solidFill>
                  <a:srgbClr val="0A3622"/>
                </a:solidFill>
                <a:latin typeface="Times New Roman" panose="02020603050405020304" pitchFamily="18" charset="0"/>
                <a:ea typeface="Playfair Display Bold" pitchFamily="34" charset="-122"/>
                <a:cs typeface="Times New Roman" panose="02020603050405020304" pitchFamily="18" charset="0"/>
              </a:rPr>
              <a:t>14</a:t>
            </a:r>
          </a:p>
          <a:p>
            <a:pPr marL="0" indent="0" algn="l">
              <a:buNone/>
            </a:pPr>
            <a:endParaRPr lang="en-US" sz="1200" b="1" dirty="0">
              <a:solidFill>
                <a:srgbClr val="0A3622"/>
              </a:solidFill>
              <a:latin typeface="Playfair Display Bol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7143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Redefining Home Automation through Intelligence and Emotion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309260"/>
            <a:ext cx="3914775" cy="2500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57250" y="1695022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Project Goals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50" y="206649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Energy efficiency enhancement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235224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Safety monitoring &amp; protection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7250" y="263799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Environmental awareness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7250" y="292374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Real-time user interaction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57725" y="1309260"/>
            <a:ext cx="3914775" cy="2500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943475" y="1695022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Innovation &amp; Interaction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43475" y="206649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Human-like emotional interface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43475" y="235224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Intuitive OLED visual feedback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43475" y="263799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Engaging machine interaction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43475" y="2923747"/>
            <a:ext cx="3343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Continuous safety tracking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Comprehensive Hardware Integration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57188" y="1523572"/>
            <a:ext cx="2666991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71500" y="1895047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Microcontrollers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325458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Arduino Uno (Logic)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591200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ESP32 Dev Board (IoT)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856942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Jumper Wires &amp; Resistors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38491" y="1380697"/>
            <a:ext cx="2666991" cy="33575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452803" y="1752172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Sensors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52803" y="2182583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MQ Gas Sensor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52803" y="2448325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DHT11 Temp/Humidity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52803" y="2714067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Rain Detection Sensor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52803" y="2979809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Dual IR Motion Sensors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19794" y="1666447"/>
            <a:ext cx="2666991" cy="3071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34106" y="2037922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Output &amp; Display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34106" y="2468333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SSD1306 OLED Display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334106" y="2734075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Servo Motor (Window)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34106" y="2999817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Piezo Buzzer (Alerts)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34106" y="3265559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Sequential LED Array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1: Intelligent Staircase Lighting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452135"/>
            <a:ext cx="4857750" cy="27860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E05C749-0D42-9CDF-8F8E-04CB4670EC5C}"/>
              </a:ext>
            </a:extLst>
          </p:cNvPr>
          <p:cNvSpPr/>
          <p:nvPr/>
        </p:nvSpPr>
        <p:spPr>
          <a:xfrm>
            <a:off x="744708" y="3234930"/>
            <a:ext cx="2736166" cy="1695158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13B96CA-91FE-D196-3E61-9B7E9BBB3B43}"/>
              </a:ext>
            </a:extLst>
          </p:cNvPr>
          <p:cNvSpPr/>
          <p:nvPr/>
        </p:nvSpPr>
        <p:spPr>
          <a:xfrm>
            <a:off x="990974" y="3420193"/>
            <a:ext cx="222711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Benefits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BCB55E1-8D75-0344-834E-BE92EA087D9F}"/>
              </a:ext>
            </a:extLst>
          </p:cNvPr>
          <p:cNvSpPr/>
          <p:nvPr/>
        </p:nvSpPr>
        <p:spPr>
          <a:xfrm>
            <a:off x="990974" y="3787663"/>
            <a:ext cx="2227112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Significant energy efficiency</a:t>
            </a:r>
            <a:endParaRPr lang="en-US" sz="9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07898AA-9A1C-EC79-CA38-F509DB78572F}"/>
              </a:ext>
            </a:extLst>
          </p:cNvPr>
          <p:cNvSpPr/>
          <p:nvPr/>
        </p:nvSpPr>
        <p:spPr>
          <a:xfrm>
            <a:off x="990974" y="4074836"/>
            <a:ext cx="2227112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Enhanced user safety at night</a:t>
            </a:r>
            <a:endParaRPr lang="en-US" sz="9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9122E53C-8532-CC72-D3D8-86118DEE509F}"/>
              </a:ext>
            </a:extLst>
          </p:cNvPr>
          <p:cNvSpPr/>
          <p:nvPr/>
        </p:nvSpPr>
        <p:spPr>
          <a:xfrm>
            <a:off x="990974" y="4362009"/>
            <a:ext cx="2227112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Modern, automated home feel</a:t>
            </a:r>
            <a:endParaRPr lang="en-US" sz="95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732B4C53-D1C6-F343-4E78-95B4B0215F8F}"/>
              </a:ext>
            </a:extLst>
          </p:cNvPr>
          <p:cNvSpPr/>
          <p:nvPr/>
        </p:nvSpPr>
        <p:spPr>
          <a:xfrm>
            <a:off x="990974" y="4649182"/>
            <a:ext cx="2227112" cy="154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Hands-free operation</a:t>
            </a:r>
            <a:endParaRPr lang="en-US" sz="95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46A5FDF5-6218-91C5-D0B8-6893FD5A9A0A}"/>
              </a:ext>
            </a:extLst>
          </p:cNvPr>
          <p:cNvSpPr/>
          <p:nvPr/>
        </p:nvSpPr>
        <p:spPr>
          <a:xfrm>
            <a:off x="744708" y="1618319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Motion-Based Logic</a:t>
            </a:r>
            <a:endParaRPr lang="en-US" sz="12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05458A3D-4ACC-66EB-576E-F4E21F096D3A}"/>
              </a:ext>
            </a:extLst>
          </p:cNvPr>
          <p:cNvSpPr/>
          <p:nvPr/>
        </p:nvSpPr>
        <p:spPr>
          <a:xfrm>
            <a:off x="744708" y="1989794"/>
            <a:ext cx="4286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Dual IR sensors detect user presence and direction</a:t>
            </a:r>
            <a:endParaRPr lang="en-US" sz="95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59CB52B-572C-0ED2-06A6-0318EAE4C052}"/>
              </a:ext>
            </a:extLst>
          </p:cNvPr>
          <p:cNvSpPr/>
          <p:nvPr/>
        </p:nvSpPr>
        <p:spPr>
          <a:xfrm>
            <a:off x="744708" y="2276967"/>
            <a:ext cx="4286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Intelligent identification of UP or DOWN movement</a:t>
            </a:r>
            <a:endParaRPr lang="en-US" sz="9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17CAAD27-D62F-8F27-98F7-1DD700066055}"/>
              </a:ext>
            </a:extLst>
          </p:cNvPr>
          <p:cNvSpPr/>
          <p:nvPr/>
        </p:nvSpPr>
        <p:spPr>
          <a:xfrm>
            <a:off x="744708" y="2564140"/>
            <a:ext cx="4286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Sequential LED activation following the user's path</a:t>
            </a:r>
            <a:endParaRPr lang="en-US" sz="95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BD55A9CA-9172-94F8-C0FF-00169A2231AF}"/>
              </a:ext>
            </a:extLst>
          </p:cNvPr>
          <p:cNvSpPr/>
          <p:nvPr/>
        </p:nvSpPr>
        <p:spPr>
          <a:xfrm>
            <a:off x="744708" y="2851313"/>
            <a:ext cx="42862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Automatic turn-off delay for optimized usage</a:t>
            </a:r>
            <a:endParaRPr lang="en-US" sz="9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1BB567E-0379-A76E-E897-FA27000DDC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04" r="33619" b="49372"/>
          <a:stretch>
            <a:fillRect/>
          </a:stretch>
        </p:blipFill>
        <p:spPr>
          <a:xfrm>
            <a:off x="4429665" y="663901"/>
            <a:ext cx="4475184" cy="4266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2: Fan Load Detection &amp; Safety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76374"/>
            <a:ext cx="4857750" cy="2857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23607" y="1519262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Abnormal Load Monitoring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3607" y="1890737"/>
            <a:ext cx="4286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Detects dangerous electrical conditions in fan systems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3607" y="2197918"/>
            <a:ext cx="4286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Real-time monitoring of current and load stability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3607" y="2505099"/>
            <a:ext cx="4286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Prevents potential fire hazards or motor damage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3607" y="2812280"/>
            <a:ext cx="4286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Integrated with Arduino logic for instant detection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3607" y="3124467"/>
            <a:ext cx="2984658" cy="1926912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93142" y="3276794"/>
            <a:ext cx="242937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Immediate Actions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3142" y="3643994"/>
            <a:ext cx="2429373" cy="17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Local Buzzer Alert (Audible)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93142" y="3951175"/>
            <a:ext cx="2429373" cy="17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Telegram Notification (Remote)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5374" y="4266849"/>
            <a:ext cx="1478447" cy="171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OLED "ALERT" Mode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93142" y="4643159"/>
            <a:ext cx="2429373" cy="421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😡</a:t>
            </a:r>
            <a:endParaRPr lang="en-US" sz="2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8435FD-2E96-84D5-DFCE-817DC10E5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863" b="50311"/>
          <a:stretch>
            <a:fillRect/>
          </a:stretch>
        </p:blipFill>
        <p:spPr>
          <a:xfrm>
            <a:off x="4381601" y="689638"/>
            <a:ext cx="4374812" cy="4245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3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3460" y="360644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3: Rain &amp; Air Quality Automation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2906" y="1239435"/>
            <a:ext cx="3429000" cy="17871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571500" y="1323547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Rain Protection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695022"/>
            <a:ext cx="3429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Sensor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High-sensitivity rain detection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1960764"/>
            <a:ext cx="3429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Action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Automatic window closure via Servo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226506"/>
            <a:ext cx="3429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Feedback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Instant Telegram alert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2492248"/>
            <a:ext cx="3429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UI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OLED switches to RAIN mode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2663970"/>
            <a:ext cx="3429000" cy="25181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C4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home safety during sudden weather changes.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2906" y="3063937"/>
            <a:ext cx="3429000" cy="19441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2584" y="3236727"/>
            <a:ext cx="293914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Air Quality Monitoring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2584" y="3603199"/>
            <a:ext cx="2939143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Sensors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MQ Gas + DHT11 (Temp/Hum)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2584" y="3868941"/>
            <a:ext cx="2939143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Smart Control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Opens window for ventilation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2584" y="4134683"/>
            <a:ext cx="2939143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Advanced Logic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Hysteresis &amp; noise filtering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2584" y="4400425"/>
            <a:ext cx="2939143" cy="154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UI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OLED shows BAD AIR mode (😴)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2584" y="4554442"/>
            <a:ext cx="2939143" cy="25955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C4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a healthy indoor environment automatically.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EF5EED-582B-F484-86E6-B23D989AE5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27" t="48707" r="32897"/>
          <a:stretch>
            <a:fillRect/>
          </a:stretch>
        </p:blipFill>
        <p:spPr>
          <a:xfrm>
            <a:off x="4549556" y="54807"/>
            <a:ext cx="4022943" cy="2617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D50A50-929A-FC97-486C-2D5782984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50310" r="66396"/>
          <a:stretch>
            <a:fillRect/>
          </a:stretch>
        </p:blipFill>
        <p:spPr>
          <a:xfrm>
            <a:off x="4549556" y="2793553"/>
            <a:ext cx="4022944" cy="2295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IoT Connectivity &amp; Telegram Integration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45344"/>
            <a:ext cx="3930162" cy="2461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86912" y="1345514"/>
            <a:ext cx="346779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ESP32 Communication Hub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912" y="1716989"/>
            <a:ext cx="3467790" cy="154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Seamless Connectivity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Built-in Wi-Fi for direct cloud access.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6912" y="2004162"/>
            <a:ext cx="3467790" cy="31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Global Monitoring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Stay informed about your home from anywhere in the world.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6912" y="2471352"/>
            <a:ext cx="3467790" cy="31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Multi-User Support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Capable of alerting multiple family members simultaneously.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6912" y="2938542"/>
            <a:ext cx="3467790" cy="31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Reliable Delivery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Instant notification routing via the Telegram Bot API.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077487" y="3223820"/>
            <a:ext cx="2882567" cy="1812413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296494" y="3394266"/>
            <a:ext cx="2346276" cy="19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Alerts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96494" y="3761090"/>
            <a:ext cx="2346276" cy="15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Air Quality Changes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296494" y="4048263"/>
            <a:ext cx="2346276" cy="15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Rain Detection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96494" y="4335436"/>
            <a:ext cx="2346276" cy="158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Fan Load Anomalies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296494" y="4622571"/>
            <a:ext cx="2346276" cy="15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8F0E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System Status Updates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FB32D3-D8FB-26E9-03FD-4D9E6862FD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449" t="49866"/>
          <a:stretch>
            <a:fillRect/>
          </a:stretch>
        </p:blipFill>
        <p:spPr>
          <a:xfrm>
            <a:off x="4857750" y="546553"/>
            <a:ext cx="4079631" cy="4188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Innovation: The Emotional OLED Interface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57188" y="1523572"/>
            <a:ext cx="2666991" cy="33575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71500" y="1895047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Robot Personality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325458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Interactive home assistant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591200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Human-like engagement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856942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Dynamic visual feedback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122684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Intuitive user experience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38491" y="1380697"/>
            <a:ext cx="2666991" cy="35004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452803" y="1752172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Alert Mode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52803" y="2182583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Full-screen UI takeover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52803" y="2448325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Alternating text &amp; emoji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52803" y="2714067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High-contrast visibility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688631" y="3036959"/>
            <a:ext cx="285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😡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446064" y="3036959"/>
            <a:ext cx="251817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🌧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169564" y="3036959"/>
            <a:ext cx="285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😴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119794" y="1666447"/>
            <a:ext cx="2666991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334106" y="2037922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Normal Mode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34106" y="2468333"/>
            <a:ext cx="22383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Eyes Mode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Animated robotic eyes with blinking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34106" y="2914092"/>
            <a:ext cx="22383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Message Mode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System status updates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34106" y="3359851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</a:t>
            </a:r>
            <a:r>
              <a:rPr lang="en-US" sz="900" b="1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Flow</a:t>
            </a: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 Eyes ↔ Message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Flow: From Sensor to User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1595010"/>
            <a:ext cx="2035969" cy="22145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14313" y="1452135"/>
            <a:ext cx="285750" cy="285750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14313" y="145213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64344" y="1952197"/>
            <a:ext cx="1678781" cy="26967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Acquisition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4344" y="2336174"/>
            <a:ext cx="16787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Sensors (MQ, DHT11, Rain, IR) continuously monitor environmental and safety parameters, feeding raw data to the controller.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64594" y="1880760"/>
            <a:ext cx="2035969" cy="22145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393156" y="1737885"/>
            <a:ext cx="285750" cy="285750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393156" y="173788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43188" y="2237947"/>
            <a:ext cx="1678781" cy="26967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Logic Processing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43188" y="2621924"/>
            <a:ext cx="16787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Arduino Uno evaluates sensor conditions against predefined thresholds and sends digital HIGH/LOW signals to the ESP32.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43438" y="2166510"/>
            <a:ext cx="2035969" cy="22145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0" y="2023635"/>
            <a:ext cx="285750" cy="285750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0" y="202363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22031" y="2523697"/>
            <a:ext cx="1678781" cy="26967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Action Execution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22031" y="2907674"/>
            <a:ext cx="16787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ESP32 receives signals, manages the Emotional OLED UI, triggers actuators (Servo/Buzzer), and initiates IoT cloud alerts.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22281" y="2452260"/>
            <a:ext cx="2035969" cy="22145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750844" y="2309385"/>
            <a:ext cx="285750" cy="285750"/>
          </a:xfrm>
          <a:prstGeom prst="rect">
            <a:avLst/>
          </a:prstGeom>
          <a:solidFill>
            <a:srgbClr val="0A36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750844" y="230938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00875" y="2809447"/>
            <a:ext cx="1678781" cy="26967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Feedback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00875" y="3193424"/>
            <a:ext cx="16787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user receives immediate visual feedback via the OLED display and remote notifications through the Telegram multi-user system.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Roadmap: Scaling the Smart Assistant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57188" y="1595010"/>
            <a:ext cx="2666991" cy="3071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71500" y="1966485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396896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Dedicated Mobile App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662637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Voice Assistant Support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928379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MQTT Protocol Integration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194121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Multi-Device Sync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38491" y="1452135"/>
            <a:ext cx="2666991" cy="3214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452803" y="1823610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52803" y="2254021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AI-Based Predictions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52803" y="2519762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Behavioral Learning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52803" y="2785504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Predictive Maintenance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52803" y="3051246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Enhanced Emotional UI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19794" y="1737885"/>
            <a:ext cx="2666991" cy="2928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34106" y="2109360"/>
            <a:ext cx="2238366" cy="28753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362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34106" y="2539771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Cloud Data Storage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34106" y="2805512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Historical Trend Analysis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34106" y="3071254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Energy Usage Insights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34106" y="3336996"/>
            <a:ext cx="22383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4C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• Remote Firmware Updates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656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Inter</vt:lpstr>
      <vt:lpstr>Inter Light</vt:lpstr>
      <vt:lpstr>Playfair Display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Tejas Nere</cp:lastModifiedBy>
  <cp:revision>2</cp:revision>
  <dcterms:created xsi:type="dcterms:W3CDTF">2026-05-07T15:22:56Z</dcterms:created>
  <dcterms:modified xsi:type="dcterms:W3CDTF">2026-05-07T16:45:52Z</dcterms:modified>
</cp:coreProperties>
</file>